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7006f31f14773" /><Relationship Type="http://schemas.openxmlformats.org/officeDocument/2006/relationships/extended-properties" Target="/docProps/app.xml" Id="R72cb783bf9674f1f" /><Relationship Type="http://schemas.openxmlformats.org/officeDocument/2006/relationships/officeDocument" Target="/ppt/presentation.xml" Id="Raa1f40385d6747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b9921feb747ab"/>
  </p:sldMasterIdLst>
  <p:notesMasterIdLst>
    <p:notesMasterId xmlns:r="http://schemas.openxmlformats.org/officeDocument/2006/relationships" r:id="R96cd29c4b7b343f8"/>
  </p:notesMasterIdLst>
  <p:sldIdLst>
    <p:sldId xmlns:r="http://schemas.openxmlformats.org/officeDocument/2006/relationships" id="256" r:id="R3ff7b713cc1a4a6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28e4a8a057458d" /><Relationship Type="http://schemas.openxmlformats.org/officeDocument/2006/relationships/slideMaster" Target="/ppt/slideMasters/slideMaster1.xml" Id="Rbe9b9921feb747ab" /><Relationship Type="http://schemas.openxmlformats.org/officeDocument/2006/relationships/notesMaster" Target="/ppt/notesMasters/notesMaster1.xml" Id="R96cd29c4b7b343f8" /><Relationship Type="http://schemas.openxmlformats.org/officeDocument/2006/relationships/presProps" Target="/ppt/presProps.xml" Id="Rb00e0fbd480e44da" /><Relationship Type="http://schemas.openxmlformats.org/officeDocument/2006/relationships/tableStyles" Target="/ppt/tableStyles.xml" Id="R5d032ed5203a4204" /><Relationship Type="http://schemas.openxmlformats.org/officeDocument/2006/relationships/slide" Target="/ppt/slides/slide1.xml" Id="R3ff7b713cc1a4a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c9c032845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2444e138e431b" /><Relationship Type="http://schemas.openxmlformats.org/officeDocument/2006/relationships/notesMaster" Target="/ppt/notesMasters/notesMaster1.xml" Id="R03b1546870cd4b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low-SNR experiment performance table in the current task.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values were transcribed verbatim. Visual emphasis indicates only the largest supplied point estimate in each metric; no significance claim is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305f3d53f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8daa1847e34cfc" /><Relationship Type="http://schemas.openxmlformats.org/officeDocument/2006/relationships/slideLayout" Target="/ppt/slideLayouts/slideLayout1.xml" Id="Ra56641af802b4a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6641af802b4a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fb8f969d4ddc" /><Relationship Type="http://schemas.openxmlformats.org/officeDocument/2006/relationships/notesSlide" Target="/ppt/notesSlides/notesSlide1.xml" Id="R5c1de97c51de40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accent-rule">
            <a:extLst xmlns:a="http://schemas.openxmlformats.org/drawingml/2006/main">
              <a:ext uri="{FF2B5EF4-FFF2-40B4-BE49-F238E27FC236}">
                <a16:creationId xmlns:a16="http://schemas.microsoft.com/office/drawing/2014/main" id="{9BFBC82E-F702-4232-9EAC-F87A1D36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solidFill>
              <a:srgbClr val="0072B2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A36990-A5C9-413E-8727-A6D35C9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1381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低SNR条件下，Physics约束模型取得最高点估计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330F7A-47C6-4A9F-B0F5-E1D839F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1381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−15至15 dB混合实验 · 所有数值均报告为点估计与95%置信区间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95300" y="2133600"/>
          <a:ext xmlns:a="http://schemas.openxmlformats.org/drawingml/2006/main" cx="142494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1933575"/>
                <a:gridCol w="1933575"/>
                <a:gridCol w="1933575"/>
                <a:gridCol w="1933575"/>
                <a:gridCol w="1933575"/>
                <a:gridCol w="1933575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Balanced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灵敏度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</a:rPr>
                        <a:t>特异度</a:t>
                      </a:r>
                    </a:p>
                  </a:txBody>
                  <a:tcPr marL="95250" marR="95250" marT="95250" marB="95250" anchor="ctr">
                    <a:solidFill>
                      <a:srgbClr val="111111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222222"/>
                          </a:solidFill>
                        </a:rPr>
                        <a:t>Waveform Transformer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0.8583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[0.8283, 0.8830]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0.8618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[0.8321, 0.8867]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0.7743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[0.7457, 0.7990]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0.7650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[0.7355, 0.7897]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0.7347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[0.7007, 0.7628]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0.8138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[0.7759, 0.8469]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222222"/>
                          </a:solidFill>
                        </a:rPr>
                        <a:t>Recon + BCE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0.8787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[0.8489, 0.9043]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0.8731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[0.8391, 0.9035]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0.8131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[0.7845, 0.8390]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0.8068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[0.7768, 0.8340]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0.7808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[0.7474, 0.8109]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0.8453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22222"/>
                          </a:solidFill>
                        </a:rPr>
                        <a:t>[0.8122, 0.8773]</a:t>
                      </a:r>
                    </a:p>
                  </a:txBody>
                  <a:tcPr marL="95250" marR="95250" marT="95250" marB="95250" anchor="ctr">
                    <a:solidFill>
                      <a:srgbClr val="F2F2F2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072B2"/>
                          </a:solidFill>
                        </a:rPr>
                        <a:t>Recon + Physics + BCE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0.8874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[0.8593, 0.9126]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0.8886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[0.8567, 0.9170]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0.8160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[0.7892, 0.8414]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0.8101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[0.7810, 0.8371]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0.7854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[0.7490, 0.8191]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0.8466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0072B2"/>
                          </a:solidFill>
                        </a:rPr>
                        <a:t>[0.8150, 0.8768]</a:t>
                      </a:r>
                    </a:p>
                  </a:txBody>
                  <a:tcPr marL="95250" marR="95250" marT="95250" marB="952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5" name="physics-row-accent">
            <a:extLst xmlns:a="http://schemas.openxmlformats.org/drawingml/2006/main">
              <a:ext uri="{FF2B5EF4-FFF2-40B4-BE49-F238E27FC236}">
                <a16:creationId xmlns:a16="http://schemas.microsoft.com/office/drawing/2014/main" id="{E197D8C9-269E-438C-AB36-000705F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solidFill>
              <a:srgbClr val="0072B2"/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C828959-D0B6-4135-8CB3-C2C63B0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353300"/>
            <a:ext cx="14249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able-note">
            <a:extLst xmlns:a="http://schemas.openxmlformats.org/drawingml/2006/main">
              <a:ext uri="{FF2B5EF4-FFF2-40B4-BE49-F238E27FC236}">
                <a16:creationId xmlns:a16="http://schemas.microsoft.com/office/drawing/2014/main" id="{1F7823B2-FBA5-43B1-A5AB-39F27C8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0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注：蓝色表示各指标的最高点估计；置信区间重叠本身不构成显著性检验。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9F0FF0-3DA9-4012-AEF3-DAD1D9D2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43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</a:defRPr>
            </a:pPr>
            <a:r>
              <a:rPr sz="1350" b="0">
                <a:solidFill>
                  <a:srgbClr val="77777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6639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2026-08-29T16:56:37.5980000Z</dcterms:created>
  <dcterms:modified xsi:type="dcterms:W3CDTF">2026-08-29T16:56:37.5980000Z</dcterms:modified>
</coreProperties>
</file>